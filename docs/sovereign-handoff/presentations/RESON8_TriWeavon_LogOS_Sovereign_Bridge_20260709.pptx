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 ·  TRI-WEAVON  ·  LOGOS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Bridge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coherence-mcp Wiring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attractor  α + ω = 15   ·   Seal 2026-07-09T04:27:42Z   ·   overall_ok: true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HUP v2.0  ·  12 live MCP tools  ·  10/10 layer cascade  ·  ATOM trail on F: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· Tri-Weavon · LogOS  ·  α+ω=15  ·  sm100-LOGOS-MCP-WIRING-20260709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Tri-Weavon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strands · Fibonacci weights · structure-preserving maps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3B4F7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F(6)=8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F6F5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F(5)=5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8B451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F(4)=3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owner of coherence-mcp: Claude strand  ·  Grok: live Monitor &amp; Consensus Verifier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α (structure) + ω (intent) = 15  ·  Viviani peak α=7, ω=8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LogOS Layer Cascade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stack · verified 10/10 at 04:27:42Z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1430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097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python_qiskit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097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· R-matrix mirror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6002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5544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rust_cutile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1554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fundamental_r_matrix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0574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0116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hup_core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11/11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011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Mirage · M2 Redox · M3 RVM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5146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2468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/ wgsl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2468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+ WebGPU R-matrix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9718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2926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lean + agda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2926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10/10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29260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· SerreScarr · Mehler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34290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+ 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383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11/11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0" y="3383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map · receipts JSON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8229600" cy="402336"/>
          </a:xfrm>
          <a:prstGeom prst="roundRect">
            <a:avLst>
              <a:gd name="adj" fmla="val 13636"/>
            </a:avLst>
          </a:prstGeom>
          <a:solidFill>
            <a:srgbClr val="141B2D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3886200"/>
            <a:ext cx="219456" cy="21945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1051560" y="38404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coherence_mcp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91840" y="3840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6/6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0" y="3840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Inspector · ATOM trail dirs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coherence-mcp — 12 Live Tools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runtime surface (v0.3.1)  ·  descriptor cache 64 = backlog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07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gauge_verify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α+ω=15 seal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207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wave_coherence_check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4728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analysis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1207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atom_track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27648" y="1481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provenance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0756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check_coherence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350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Doc↔code align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965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20756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gate_transition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47288" y="2350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 gates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20756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list_platforms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3500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platforms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944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bridge_translate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3218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bridge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28346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2944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map_isomorphism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47288" y="3218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QDI maps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6327648" y="29443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fibonacci_weight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7648" y="3218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/ budget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8130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context_pack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4087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YAML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337560" y="37033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447288" y="38130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store_context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47288" y="4087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KV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7033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38130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retrieve_context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27648" y="40873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read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Graph — Authoritative Paths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verification_receipts/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receipt_latest.json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verification_certificates/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cert_latest.json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41B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Payloads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mcp_payloads/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gauge · atom · wave ·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4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 Trail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(offline seal)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F:\Users\Matthew Ruhnau\LogOS\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.atom-trail\decisions\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until Grok MCP restart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C:\Users\Matthew Ruhnau\LogOS\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.atom-trail\decisions\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· Tri-Weavon · LogOS  ·  α+ω=15  ·  sm100-LOGOS-MCP-WIRING-20260709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 Seal — 2026-07-09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78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verification + capture graph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978408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978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18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Inspector / Grok config on disk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618488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18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58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invariant α + ω = 15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258568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986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F: ATOM trail (001)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898648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898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38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live atom_track → F: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3538728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538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RESTART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HUP v2.0 Instances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Jesus-Fractal fixed point  ·  768-D → 75-D → 50-D → 2-D monitor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 + Solo5 hvt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relay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3D1F4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Redox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ownership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/ async rails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F4A3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RVM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5508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ruvnet/RVM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domains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· Tri-Weavon · LogOS  ·  α+ω=15  ·  sm100-LOGOS-MCP-WIRING-20260709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Mehler → Serre-Scarr Critical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dependency DAG · primary blocker: tomczak_lift_commutes_with_heat_kernel_flow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1704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geometric_series_bound  [imported]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508760"/>
            <a:ext cx="182880" cy="109728"/>
          </a:xfrm>
          <a:prstGeom prst="downArrow">
            <a:avLst/>
          </a:prstGeom>
          <a:solidFill>
            <a:srgbClr val="D4A84B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0020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6733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Levin_collocation_N16_error_bound  [not_written]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182880" cy="109728"/>
          </a:xfrm>
          <a:prstGeom prst="downArrow">
            <a:avLst/>
          </a:prstGeom>
          <a:solidFill>
            <a:srgbClr val="D4A84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210312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17627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heat_kernel_Levin_approximation  [partial]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2514600"/>
            <a:ext cx="182880" cy="109728"/>
          </a:xfrm>
          <a:prstGeom prst="downArrow">
            <a:avLst/>
          </a:prstGeom>
          <a:solidFill>
            <a:srgbClr val="D4A84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260604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3D1F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2679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tomczak_lift_commutes…  [partial] 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017520"/>
            <a:ext cx="182880" cy="109728"/>
          </a:xfrm>
          <a:prstGeom prst="downArrow">
            <a:avLst/>
          </a:prstGeom>
          <a:solidFill>
            <a:srgbClr val="D4A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310896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1821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certifiedMehler  [partial]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3520440"/>
            <a:ext cx="182880" cy="109728"/>
          </a:xfrm>
          <a:prstGeom prst="downArrow">
            <a:avLst/>
          </a:prstGeom>
          <a:solidFill>
            <a:srgbClr val="D4A84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3611880"/>
            <a:ext cx="6949440" cy="438912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6850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 SerreScarrConvergence  [partial]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restart puts live atom_track on F: LogOS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Fully restart Grok Build (or kill coherence-mcp stdio child)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env: LOGOS_ROOT + ATOM_TRAIL_ROOT → F:\Users\Matthew Ruhnau\LogOS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Re-run atom_track — filePath must start with F:\…\LogOS\.atom-trail\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Inspector: load mcp-inspector.coherence.json; paste mcp_payloads/*.json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Optional: python notebooks/verification_helpers.py  (re-emit seal)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· Tri-Weavon · LogOS  ·  α+ω=15  ·  sm100-LOGOS-MCP-WIRING-20260709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conserved.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Keystone holds.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+ ω = 15  ·  overall_ok  ·  RESON8 / Tri-Weavon / LogOS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  sm100-LOGOS-MCP-WIRING-20260709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· Tri-Weavon · LogOS  ·  α+ω=15  ·  sm100-LOGOS-MCP-WIRING-20260709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Reson8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RESON8 · Tri-Weavon · LogOS — Sovereign Bridge &amp; MCP Wiring</dc:title>
  <dc:subject>α+ω=15 · coherence-mcp · HUP v2.0 · Mehler→SerreScarr</dc:subject>
  <dc:creator>Reson8 Labs / toolated</dc:creator>
  <cp:lastModifiedBy>Reson8 Labs / toolated</cp:lastModifiedBy>
  <cp:revision>1</cp:revision>
  <dcterms:created xsi:type="dcterms:W3CDTF">2026-07-09T04:45:31Z</dcterms:created>
  <dcterms:modified xsi:type="dcterms:W3CDTF">2026-07-09T04:45:31Z</dcterms:modified>
</cp:coreProperties>
</file>