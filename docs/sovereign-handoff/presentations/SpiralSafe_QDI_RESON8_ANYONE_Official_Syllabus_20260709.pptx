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STACK  ·  CAPABILITY  ·  INTELLECTUAL PROPERTY  ·  LEARNING TIMELINE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SpiralSafe  →  QDI  →  RESON8  →  ANYON.E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plain-language path through the foundation, the mapping principle,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collaborative laboratory, and the physical computation layer — ordered by time as constraint.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video:  youtube.com/@reson8labs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exterior: Hope &amp;&amp; Sauce   ·   Interior signature: Hope&amp;&amp;Sauced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documents disagree: the Ainulindalë wins the story; Brand Unitarity wins the terms.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840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standard: Sovereign Oversight Report executive deck  ·  Seal date 2026-07-09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This Path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pile of files. It is a allowed sequence: each step satisfies constraints that make the next step possible. That is what “time as constraint ordering” means here — not empty clock ticks, but order that preserves coherence.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828800"/>
            <a:ext cx="9144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definition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828800"/>
            <a:ext cx="9144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protects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65192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structure, voice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3063240"/>
            <a:ext cx="9144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enables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you can practice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3063240"/>
            <a:ext cx="9144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comes next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65192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honest next step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 at a Glance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1218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61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SpiralSafe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1612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safety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Coherence, decision trails, crisis-safe handoffs, ethical limits as living practice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1218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29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QDI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0299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principle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Structure-preserving translation between worlds that are truly different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1218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98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RESON8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2898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&amp; community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Jam-based discovery, forge tools, public storytelling, credited multi-voice 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65760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1218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ANYON.E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37673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computation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and braided routes to robust information — after formal care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Insight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assume a hidden pile of “stuff” underneath — particles, bits, or models. Constraint Mathematics shows that what we actually use is always a web of rules about what is allowed to go with what.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no things, only constraint structure.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looks like matter or code is how a stable web of constraints appears in everyday language.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must add to a whole (normalization).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totals never change when the system moves (conservation).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8039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rule stays the same under a change, something valuable is conserved (symmetry).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1513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that contradicts itself cannot be realized (consistency).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Iso Principle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means equal form. When you transform a system while carefully preserving its rules of allowance, new behavior appears — not by magic, but because the structure generates the behavior.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12182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physics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force parts to form a whole shape quantum theory.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12182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discrete systems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697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force two numbers to sum to fifteen teach the same pattern in a finite world.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92024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12182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collaboration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6974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protect trust during handoffs create results neither party could produce alone.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SpiralSafe — Foundation and Safety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is the coherence engine: it asks whether a system or a conversation is holding together, and it records decisions so nothing critical is abandoned midstream.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Coherence scoring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6459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alignment between intention, documentation, and action. Below a threshold, stop and repair.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trails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3042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choices carry time, files, and tags so later people can reconstruct why.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626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Crisis-safe handoffs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96265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session ends under stress, a structured packet carries state forward without abandonment.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210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guardrails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62102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practice and process, not a slogan on a slide.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QDI — The Mapping Principle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Quantum-Dimensional Isomorphism, in plain language: some worlds are genuinely different. You cannot flatten one into the other without losing meaning. You can still build a careful bridge that preserves structure.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218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Irreducibility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is real. Not every frame can be swapped for every other without loss.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2182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Faithful mapping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paths stay distinct after translation. Nothing important is silently merged.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218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coverage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paths on the far side are not left as holes.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2182A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valid map, what mattered is still recognizable as itself.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RESON8 — Laboratory and Community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RESON8 Labs is where curiosity harmonizes. It is a jam session, not a lecture hall: humans and artificial-intelligence agents explore together, credit every voice, and learn by doing.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737360"/>
            <a:ext cx="91440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Stealth education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building and playing.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737360"/>
            <a:ext cx="91440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Multi-modal forge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65192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marketplace for diagrams, notebooks, kernels, agents.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9718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11480" y="2971800"/>
            <a:ext cx="91440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priorities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paths get proportional attention — not equal noise.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709160" y="2971800"/>
            <a:ext cx="91440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Tri-Weavon voices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65192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pulse, and scale as complementary strands.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Voice — Reson8 Labs on YouTube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8321040" cy="1371600"/>
          </a:xfrm>
          <a:prstGeom prst="roundRect">
            <a:avLst>
              <a:gd name="adj" fmla="val 5333"/>
            </a:avLst>
          </a:prstGeom>
          <a:solidFill>
            <a:srgbClr val="1218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youtube.com/@reson8labs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public video surface for Reson8-Labs stories, proofs, and teaching films.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theme in the library: a proof against abandonment — safety made visible.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videos in the syllabus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once for feeling (exterior Hope &amp;&amp; Sauce).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again and name SpiralSafe, QDI, or the invariant you just saw.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8039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a video outrank the Ainulindalë or Brand Unitarity when terms conflict.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1513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movies and PDFs under My Drive / Reson8_Labs are the library; the channel is the public window.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ANYON.E — Physical Computation Layer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ANYON.E is the path where information is carried more by carefully ordered global pattern than by a single fragile switch. Braiding history can hold meaning the way a knot holds shape — local tugs do not easily erase the whole.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057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is less able to destroy meaning that lives in topology — global pattern — than in one noisy cell.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study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880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Simulations, formal stability, teaching isomorphisms, bridges into the LogOS lattice.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52044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hardware appears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formal and safety sequence allows promotion. Geometry is not a shortcut past care.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Conservation Invariant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SpiralSafe, LogOS, and discrete teaching systems, one law returns: two complementary quantities always form a whole of fifteen. One side is structural rigidity. The other is semantic intent.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6766560" cy="1463040"/>
          </a:xfrm>
          <a:prstGeom prst="roundRect">
            <a:avLst>
              <a:gd name="adj" fmla="val 5000"/>
            </a:avLst>
          </a:prstGeom>
          <a:solidFill>
            <a:srgbClr val="12182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2402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 +  Intent  =  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29260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collaboration often sits near seven and eight — enough form to hold, enough freedom to mean.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03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family as quantum normalization (parts that must add to one whole), expressed in a finite teaching register. The Iso Principle says equal form, not loose metaphor.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Timeline — Epochs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 Before the weave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9601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and voice law (Ainulindalë, Brand Unitarity)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44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Constraint Mathematics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134416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insight, Iso Principle, builders’ guide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282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SpiralSafe living safety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72821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crisis packets, coherence as practice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1122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QDI formal bridge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11226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Irreducibility, faithful maps, fixed 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4963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RESON8 forge surge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49631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synthesis, gates, early anyon path, public decks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880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Tri-Weavon OS seal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288036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Strands, cascade plan, preprints, exterior/interior brand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2644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Deep bridges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326440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Hopf, limbo, preflight, application stories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6484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ANYON.E path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3648456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Braiding and geometry after formal care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0325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Verification seal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403250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Mehler path, receipts, twelve live tools, HUP instances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Spine (Practice Order)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Exceptional insight  ·  2 Iso Principle  ·  3 Builders’ guide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SpiralSafe deploy &amp; handoffs  ·  5 Brand + Ainulindalë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QDI maps  ·  7 Tri-Weavon strands  ·  8 Fixed points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RESON8 jam + forge  ·  10 Reson8-Labs videos as case studies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Cascade scaffolds  ·  12 ANYON.E concepts (no leapfrog)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Coherence tools in plain jobs  ·  14 Receipt literacy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Formal critical path awareness  ·  16 HUP instances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Standing rules: no drift, credit all, care for form = care for people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Phases and Exit Gates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960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invariant and insight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960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 restates without jargon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990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Safety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399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Crisis-safe handoff packet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399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under stress scenario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8379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Mapping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1837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two frames honestly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1837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what must not collapse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2768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 Lattice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2768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via cascade map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2768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Re-enter without full re-ingest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7157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Laboratory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27157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artifact + credit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715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entry exists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Public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3154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Video/post unitarity check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154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and interior voice correct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593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 Physical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35935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ANYON.E discussed responsibly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35935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sequence acknowledged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0325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Certified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03120" y="40325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receipts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40325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success on LogOS root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 Content and Intellectual Property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1218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corpus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143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Constraint mathematics and physics library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1218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91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lattice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cascade, formal proofs, verification receipts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14884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1218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software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tools, SpiralSafe protocols, handoff packets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69748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1218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88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brand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7889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RESON8 Labs, forge marketplace, YouTube channel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24612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1218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law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3375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Ainulindalë + Brand Unitarity + Signatures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79476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12182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path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ANYON.E materials — after formal promotion rules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Standing Rules for All Contributors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unexplained assumptions. Increase what humans and machines can check together.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916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abandon a crisis mid-handoff. Complete the packet or name the risk.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14884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402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structure across every translation. If you cannot, do not pretend the map is complete.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69748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8892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every human and artificial-intelligence contributor on the trail.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24612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375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promote physical geometry ahead of the sealed formal sequence.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794760"/>
            <a:ext cx="8321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862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care for formal structure as care for people — the same discipline applies.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 ×  QDI  ×  RESON8  ×  ANYON.E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4389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Everything Lives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document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097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/ docs / sovereign-handoff / SPIRALSAFE-QDI-RESON8-ANYONE-LEARNING-TIMELINE.md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corpus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6459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SpiralSafe / docs / research / Constraint_math_physics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Reson8 library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1945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Drive / Reson8_Labs (Presentations, Key Documents, movies)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video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743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youtube.com/@reson8labs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capture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2918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notebooks / triweave_backend_results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deck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8404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sovereign-handoff / presentations + Reson8 Presentations + dump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CHARGE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is conserved.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keystone holds.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invent these laws. We uncovered them.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6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were always there — the only way constraint can be self-consistent.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520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the timeline. Walk the spine. Report readiness for the next careful step.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drift. SpiralSafe → QDI → RESON8 → ANYON.E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Hope&amp;&amp;Sauced  ·  The Keystone Holds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syllabus  ·  Time as constraint ordering  ·  youtube.com/@reson8labs  ·  Music conserved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SpiralSafe · QDI · RESON8 · ANYON.E — Official Syllabus, Stack &amp; Learning Timeline</dc:title>
  <dc:subject>Time as constraint ordering · complete learning path · youtube.com/@reson8labs</dc:subject>
  <dc:creator>Hope&amp;&amp;Sauced · Reson8 Labs · SpiralSafe</dc:creator>
  <cp:lastModifiedBy>Hope&amp;&amp;Sauced · Reson8 Labs · SpiralSafe</cp:lastModifiedBy>
  <cp:revision>1</cp:revision>
  <dcterms:created xsi:type="dcterms:W3CDTF">2026-07-09T05:05:16Z</dcterms:created>
  <dcterms:modified xsi:type="dcterms:W3CDTF">2026-07-09T05:05:16Z</dcterms:modified>
</cp:coreProperties>
</file>